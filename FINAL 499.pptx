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2c986b26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2c986b26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2c986b26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2c986b26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2c986b26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2c986b26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2c986b26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2c986b26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2c986b26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2c986b26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2c986b26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2c986b26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2c986b26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2c986b26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c986b26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2c986b26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c986b26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2c986b26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2c986b26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2c986b26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2c986b26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2c986b26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2c986b26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2c986b26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2c986b26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2c986b26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2c986b26c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2c986b26c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2c986b26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2c986b26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.mysql.com/doc/" TargetMode="External"/><Relationship Id="rId4" Type="http://schemas.openxmlformats.org/officeDocument/2006/relationships/hyperlink" Target="https://dev.mysql.com/doc/" TargetMode="External"/><Relationship Id="rId5" Type="http://schemas.openxmlformats.org/officeDocument/2006/relationships/hyperlink" Target="https://www.php.net/docs.php" TargetMode="External"/><Relationship Id="rId6" Type="http://schemas.openxmlformats.org/officeDocument/2006/relationships/hyperlink" Target="https://www.php.net/docs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Course Registration System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2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435">
                <a:solidFill>
                  <a:schemeClr val="dk1"/>
                </a:solidFill>
              </a:rPr>
              <a:t>Kyle Burt</a:t>
            </a:r>
            <a:endParaRPr b="1" sz="1435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35">
                <a:solidFill>
                  <a:schemeClr val="dk1"/>
                </a:solidFill>
              </a:rPr>
              <a:t>CST 499 Capstone For Computer Software Technology</a:t>
            </a:r>
            <a:endParaRPr sz="1435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35">
                <a:solidFill>
                  <a:schemeClr val="dk1"/>
                </a:solidFill>
              </a:rPr>
              <a:t>Professor  Butler</a:t>
            </a:r>
            <a:endParaRPr sz="1435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35">
                <a:solidFill>
                  <a:schemeClr val="dk1"/>
                </a:solidFill>
              </a:rPr>
              <a:t>6/29/26</a:t>
            </a:r>
            <a:endParaRPr sz="1435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Requirements Specification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Defined the purpose and scope of the Student Course Registration System.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Identified students and administrators as primary users.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Included functional requirements such as user registration, login, course enrollment, viewing schedules, and dropping courses.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Included nonfunctional requirements including security, reliability, performance, and usability.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Served as the blueprint for the entire development process.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Design Model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36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908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Char char="●"/>
            </a:pPr>
            <a:r>
              <a:rPr lang="en" sz="1425">
                <a:solidFill>
                  <a:schemeClr val="dk1"/>
                </a:solidFill>
              </a:rPr>
              <a:t>Created UML diagrams before development.</a:t>
            </a:r>
            <a:endParaRPr sz="1425">
              <a:solidFill>
                <a:schemeClr val="dk1"/>
              </a:solidFill>
            </a:endParaRPr>
          </a:p>
          <a:p>
            <a:pPr indent="-31908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Char char="●"/>
            </a:pPr>
            <a:r>
              <a:rPr lang="en" sz="1425">
                <a:solidFill>
                  <a:schemeClr val="dk1"/>
                </a:solidFill>
              </a:rPr>
              <a:t>Designed a Use Case Diagram to show user interactions.</a:t>
            </a:r>
            <a:endParaRPr sz="1425">
              <a:solidFill>
                <a:schemeClr val="dk1"/>
              </a:solidFill>
            </a:endParaRPr>
          </a:p>
          <a:p>
            <a:pPr indent="-31908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Char char="●"/>
            </a:pPr>
            <a:r>
              <a:rPr lang="en" sz="1425">
                <a:solidFill>
                  <a:schemeClr val="dk1"/>
                </a:solidFill>
              </a:rPr>
              <a:t>Created an Activity Diagram to illustrate system workflows.</a:t>
            </a:r>
            <a:endParaRPr sz="1425">
              <a:solidFill>
                <a:schemeClr val="dk1"/>
              </a:solidFill>
            </a:endParaRPr>
          </a:p>
          <a:p>
            <a:pPr indent="-31908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Char char="●"/>
            </a:pPr>
            <a:r>
              <a:rPr lang="en" sz="1425">
                <a:solidFill>
                  <a:schemeClr val="dk1"/>
                </a:solidFill>
              </a:rPr>
              <a:t>Developed a Sequence Diagram to show communication between system components.</a:t>
            </a:r>
            <a:endParaRPr sz="1425">
              <a:solidFill>
                <a:schemeClr val="dk1"/>
              </a:solidFill>
            </a:endParaRPr>
          </a:p>
          <a:p>
            <a:pPr indent="-31908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Char char="●"/>
            </a:pPr>
            <a:r>
              <a:rPr lang="en" sz="1425">
                <a:solidFill>
                  <a:schemeClr val="dk1"/>
                </a:solidFill>
              </a:rPr>
              <a:t>Built a Class Diagram to represent system objects and relationships.</a:t>
            </a:r>
            <a:endParaRPr sz="142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12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Landing Page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443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Serves as the main entry point into the application.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Provides navigation to register or log in.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Designed with a clean and user-friendly interface.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Allows users to quickly access the registration system.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325" y="1152475"/>
            <a:ext cx="3887849" cy="2611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 and Registration Pages 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461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0515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90"/>
              <a:buChar char="●"/>
            </a:pPr>
            <a:r>
              <a:rPr lang="en" sz="1290">
                <a:solidFill>
                  <a:schemeClr val="dk1"/>
                </a:solidFill>
              </a:rPr>
              <a:t>Users create an account through the registration page.</a:t>
            </a:r>
            <a:endParaRPr sz="1290">
              <a:solidFill>
                <a:schemeClr val="dk1"/>
              </a:solidFill>
            </a:endParaRPr>
          </a:p>
          <a:p>
            <a:pPr indent="-31051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0"/>
              <a:buChar char="●"/>
            </a:pPr>
            <a:r>
              <a:rPr lang="en" sz="1290">
                <a:solidFill>
                  <a:schemeClr val="dk1"/>
                </a:solidFill>
              </a:rPr>
              <a:t>Login page authenticates users before granting access.</a:t>
            </a:r>
            <a:endParaRPr sz="1290">
              <a:solidFill>
                <a:schemeClr val="dk1"/>
              </a:solidFill>
            </a:endParaRPr>
          </a:p>
          <a:p>
            <a:pPr indent="-31051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0"/>
              <a:buChar char="●"/>
            </a:pPr>
            <a:r>
              <a:rPr lang="en" sz="1290">
                <a:solidFill>
                  <a:schemeClr val="dk1"/>
                </a:solidFill>
              </a:rPr>
              <a:t>PHP validates user input.</a:t>
            </a:r>
            <a:endParaRPr sz="1290">
              <a:solidFill>
                <a:schemeClr val="dk1"/>
              </a:solidFill>
            </a:endParaRPr>
          </a:p>
          <a:p>
            <a:pPr indent="-31051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0"/>
              <a:buChar char="●"/>
            </a:pPr>
            <a:r>
              <a:rPr lang="en" sz="1290">
                <a:solidFill>
                  <a:schemeClr val="dk1"/>
                </a:solidFill>
              </a:rPr>
              <a:t>Credentials are securely verified against the MySQL database.</a:t>
            </a:r>
            <a:endParaRPr sz="1290">
              <a:solidFill>
                <a:schemeClr val="dk1"/>
              </a:solidFill>
            </a:endParaRPr>
          </a:p>
          <a:p>
            <a:pPr indent="-31051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0"/>
              <a:buChar char="●"/>
            </a:pPr>
            <a:r>
              <a:rPr lang="en" sz="1290">
                <a:solidFill>
                  <a:schemeClr val="dk1"/>
                </a:solidFill>
              </a:rPr>
              <a:t>Error messages are displayed when invalid information is entered.</a:t>
            </a:r>
            <a:endParaRPr b="1" sz="129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>
              <a:solidFill>
                <a:schemeClr val="dk1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5775" y="1152475"/>
            <a:ext cx="2855550" cy="20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7800" y="2844226"/>
            <a:ext cx="3457100" cy="214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Enrollment System 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Dashboard provides access to all system functions.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Students can register for available courses.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Students can view their schedules.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Students can drop registered courses.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Registration data is automatically updated in the database.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Enrollment System Photos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8"/>
            <a:ext cx="3324000" cy="223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6625" y="1152475"/>
            <a:ext cx="4019275" cy="223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3325" y="1152475"/>
            <a:ext cx="3789075" cy="20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8875" y="2656975"/>
            <a:ext cx="3907550" cy="23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 Database 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462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861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8">
                <a:solidFill>
                  <a:schemeClr val="dk1"/>
                </a:solidFill>
              </a:rPr>
              <a:t>Built using MySQL.</a:t>
            </a:r>
            <a:endParaRPr sz="1418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8">
                <a:solidFill>
                  <a:schemeClr val="dk1"/>
                </a:solidFill>
              </a:rPr>
              <a:t>Stores users, courses, and registration information.</a:t>
            </a:r>
            <a:endParaRPr sz="1418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8">
                <a:solidFill>
                  <a:schemeClr val="dk1"/>
                </a:solidFill>
              </a:rPr>
              <a:t>Uses relational tables with primary and foreign keys.</a:t>
            </a:r>
            <a:endParaRPr sz="1418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8">
                <a:solidFill>
                  <a:schemeClr val="dk1"/>
                </a:solidFill>
              </a:rPr>
              <a:t>Maintains accurate student registration records.</a:t>
            </a:r>
            <a:endParaRPr sz="1418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8">
                <a:solidFill>
                  <a:schemeClr val="dk1"/>
                </a:solidFill>
              </a:rPr>
              <a:t>Supports dynamic updates from the PHP application.</a:t>
            </a:r>
            <a:endParaRPr sz="141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850" y="576500"/>
            <a:ext cx="7668299" cy="381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 Code 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Developed using PHP for server-side programming.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Connected the application to the MySQL database.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Processed user forms and requests.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Managed user sessions.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Generated dynamic web pages based on database information.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" y="138125"/>
            <a:ext cx="5485400" cy="32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3124" y="436429"/>
            <a:ext cx="5485401" cy="4270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" y="61925"/>
            <a:ext cx="5409699" cy="40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6650" y="1384875"/>
            <a:ext cx="5439981" cy="375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076" y="367750"/>
            <a:ext cx="5361275" cy="44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and Lessons Learned 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Learned to connect PHP with MySQL.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Debugged programming errors.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Configured XAMPP for local development.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Tested each feature to ensure functionality.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Improved software development and problem-solving skills.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Summary 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Successfully completed all phases of the Software Development Life Cycle.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Created software requirements and UML designs.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Developed a functional web application using PHP and MySQL.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Implemented secure login and course registration features.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Demonstrated practical software engineering skills.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Pressman, R. S., &amp; Maxim, B. R. (2020). </a:t>
            </a:r>
            <a:r>
              <a:rPr i="1" lang="en" sz="1400">
                <a:solidFill>
                  <a:schemeClr val="dk1"/>
                </a:solidFill>
              </a:rPr>
              <a:t>Software engineering: A practitioner's approach</a:t>
            </a:r>
            <a:r>
              <a:rPr lang="en" sz="1400">
                <a:solidFill>
                  <a:schemeClr val="dk1"/>
                </a:solidFill>
              </a:rPr>
              <a:t> (9th ed.). McGraw-Hill.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Sommerville, I. (2020). </a:t>
            </a:r>
            <a:r>
              <a:rPr i="1" lang="en" sz="1400">
                <a:solidFill>
                  <a:schemeClr val="dk1"/>
                </a:solidFill>
              </a:rPr>
              <a:t>Software engineering</a:t>
            </a:r>
            <a:r>
              <a:rPr lang="en" sz="1400">
                <a:solidFill>
                  <a:schemeClr val="dk1"/>
                </a:solidFill>
              </a:rPr>
              <a:t> (10th ed.). Pearson.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Oracle. (2026). </a:t>
            </a:r>
            <a:r>
              <a:rPr i="1" lang="en" sz="1400">
                <a:solidFill>
                  <a:schemeClr val="dk1"/>
                </a:solidFill>
              </a:rPr>
              <a:t>MySQL 8.4 Reference Manual</a:t>
            </a:r>
            <a:r>
              <a:rPr lang="en" sz="1400">
                <a:solidFill>
                  <a:schemeClr val="dk1"/>
                </a:solidFill>
              </a:rPr>
              <a:t>.</a:t>
            </a:r>
            <a:r>
              <a:rPr lang="en" sz="14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https://dev.mysql.com/doc/</a:t>
            </a:r>
            <a:endParaRPr sz="14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PHP Group. (2026). </a:t>
            </a:r>
            <a:r>
              <a:rPr i="1" lang="en" sz="1400">
                <a:solidFill>
                  <a:schemeClr val="dk1"/>
                </a:solidFill>
              </a:rPr>
              <a:t>PHP Manual</a:t>
            </a:r>
            <a:r>
              <a:rPr lang="en" sz="1400">
                <a:solidFill>
                  <a:schemeClr val="dk1"/>
                </a:solidFill>
              </a:rPr>
              <a:t>.</a:t>
            </a:r>
            <a:r>
              <a:rPr lang="en" sz="14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400" u="sng">
                <a:solidFill>
                  <a:schemeClr val="hlink"/>
                </a:solidFill>
                <a:hlinkClick r:id="rId6"/>
              </a:rPr>
              <a:t>https://www.php.net/docs.php</a:t>
            </a:r>
            <a:endParaRPr sz="14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